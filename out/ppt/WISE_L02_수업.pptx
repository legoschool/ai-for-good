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AI의 답이 정말 맞는지 확인하는 방법을 찾아봅시다.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우리 학교가 언제 문을 열었는지 AI에게 물어보았습니다. 이 답이 맞을까요?</a:t>
            </a:r>
          </a:p>
          <a:p>
            <a:r>
              <a:t>  · 그럴듯해 보입니다.</a:t>
            </a:r>
          </a:p>
          <a:p>
            <a:r>
              <a:t>  · 확인해 봐야 알 것 같습니다.</a:t>
            </a:r>
          </a:p>
          <a:p>
            <a:r>
              <a:t>- AI가 자신 있게 틀린 답을 말하는 것을 무엇이라고 부를까요?</a:t>
            </a:r>
          </a:p>
          <a:p>
            <a:r>
              <a:t>  · 환각, 할루시네이션이라고 배웠습니다.</a:t>
            </a:r>
          </a:p>
          <a:p/>
          <a:p>
            <a:r>
              <a:t>준비물</a:t>
            </a:r>
          </a:p>
          <a:p>
            <a:r>
              <a:t>☆ 학교 관련 AI 답변 화면</a:t>
            </a:r>
          </a:p>
          <a:p>
            <a:r>
              <a:t>★ 학습문제 PPT</a:t>
            </a:r>
          </a:p>
          <a:p>
            <a:r>
              <a:t>△ 특정 서비스 비방으로 흐르지 않게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같은 질문, 다른 답</a:t>
            </a:r>
          </a:p>
          <a:p>
            <a:r>
              <a:t>- 같은 질문을 두 가지 도구에 넣어 봅시다. 답이 같은가요?</a:t>
            </a:r>
          </a:p>
          <a:p>
            <a:r>
              <a:t>  · 숫자와 날짜가 서로 다릅니다.</a:t>
            </a:r>
          </a:p>
          <a:p>
            <a:r>
              <a:t>  · 한쪽은 없는 자료를 말합니다.</a:t>
            </a:r>
          </a:p>
          <a:p>
            <a:r>
              <a:t>- 답이 다르다는 것은 무엇을 뜻할까요?</a:t>
            </a:r>
          </a:p>
          <a:p>
            <a:r>
              <a:t>  · 둘 중 하나는 틀렸다는 뜻이고, 확인이 필요하다는 뜻입니다.</a:t>
            </a:r>
          </a:p>
          <a:p/>
          <a:p>
            <a:r>
              <a:t>준비물·유의점</a:t>
            </a:r>
          </a:p>
          <a:p>
            <a:r>
              <a:t>☆ 생성형 AI(교사 시연 또는 모둠 공용)</a:t>
            </a:r>
          </a:p>
          <a:p>
            <a:r>
              <a:t>★ 교차 검증 기록지</a:t>
            </a:r>
          </a:p>
          <a:p>
            <a:r>
              <a:t>★ 웹앱 AI 검증 실험실</a:t>
            </a:r>
          </a:p>
          <a:p>
            <a:r>
              <a:t>△ 사실 확인이 되는 질문으로 한정</a:t>
            </a:r>
          </a:p>
          <a:p>
            <a:r>
              <a:t>△ 개인 이름을 넣어 검색하지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검증 3단계 익히기</a:t>
            </a:r>
          </a:p>
          <a:p>
            <a:r>
              <a:t>- ① 출처 확인, ② 교과서·공공 누리집과 대조, ③ 내 말로 정리 순서로 확인해 봅시다.</a:t>
            </a:r>
          </a:p>
          <a:p>
            <a:r>
              <a:t>  · AI가 말한 출처를 찾아보니 그런 자료가 없었습니다.</a:t>
            </a:r>
          </a:p>
          <a:p>
            <a:r>
              <a:t>- 확인해 보니 무엇이 달라졌나요?</a:t>
            </a:r>
          </a:p>
          <a:p>
            <a:r>
              <a:t>  · 믿을 수 있는 부분과 아닌 부분을 나눌 수 있게 되었습니다.</a:t>
            </a:r>
          </a:p>
          <a:p/>
          <a:p>
            <a:r>
              <a:t>준비물·유의점</a:t>
            </a:r>
          </a:p>
          <a:p>
            <a:r>
              <a:t>☆ 생성형 AI(교사 시연 또는 모둠 공용)</a:t>
            </a:r>
          </a:p>
          <a:p>
            <a:r>
              <a:t>★ 교차 검증 기록지</a:t>
            </a:r>
          </a:p>
          <a:p>
            <a:r>
              <a:t>★ 웹앱 AI 검증 실험실</a:t>
            </a:r>
          </a:p>
          <a:p>
            <a:r>
              <a:t>△ 사실 확인이 되는 질문으로 한정</a:t>
            </a:r>
          </a:p>
          <a:p>
            <a:r>
              <a:t>△ 개인 이름을 넣어 검색하지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환각 사례 카드 만들기</a:t>
            </a:r>
          </a:p>
          <a:p>
            <a:r>
              <a:t>- 찾아낸 환각 사례를 카드 2장에 적고, 어떻게 확인했는지 함께 적어 봅시다.</a:t>
            </a:r>
          </a:p>
          <a:p>
            <a:r>
              <a:t>  · AI가 만든 책 제목이 실제로는 없었습니다. 도서관 검색으로 확인했습니다.</a:t>
            </a:r>
          </a:p>
          <a:p/>
          <a:p>
            <a:r>
              <a:t>준비물·유의점</a:t>
            </a:r>
          </a:p>
          <a:p>
            <a:r>
              <a:t>☆ 생성형 AI(교사 시연 또는 모둠 공용)</a:t>
            </a:r>
          </a:p>
          <a:p>
            <a:r>
              <a:t>★ 교차 검증 기록지</a:t>
            </a:r>
          </a:p>
          <a:p>
            <a:r>
              <a:t>★ 웹앱 AI 검증 실험실</a:t>
            </a:r>
          </a:p>
          <a:p>
            <a:r>
              <a:t>△ 사실 확인이 되는 질문으로 한정</a:t>
            </a:r>
          </a:p>
          <a:p>
            <a:r>
              <a:t>△ 개인 이름을 넣어 검색하지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학급이 찾은 환각 사례를 한눈에 모아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사실 확인이 가능한 질문으로만 한정한다.</a:t>
            </a:r>
          </a:p>
          <a:p>
            <a:r>
              <a:t>개인 이름을 넣어 검색하지 않는다.</a:t>
            </a:r>
          </a:p>
          <a:p>
            <a:r>
              <a:t>특정 서비스 비방으로 흐르지 않게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AI의 답을 받았을 때 가장 먼저 할 일은 무엇인가요?</a:t>
            </a:r>
          </a:p>
          <a:p>
            <a:r>
              <a:t>  · 어디서 나온 이야기인지 출처를 확인하는 일입니다.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검증 3단계를 교실 게시물로 남기기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AI의 답에 숨은 치우침을 찾아봅시다.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검증 3단계를 교실 게시물로 남기기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2차시  ·  모듈1 WISE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AI도 틀린다, 환각과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AI의 답이 정말 맞는지 확인하는 방법을 찾아봅시다.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AI의 답이 정말 맞는지 확인하는 방법을 찾아봅시다.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우리 학교가 언제 문을 열었는지 AI에게 물어보았습니다. 이 답이 맞을까요?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AI가 자신 있게 틀린 답을 말하는 것을 무엇이라고 부를까요?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1] 같은 질문, 다른 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같은 질문을 두 가지 도구에 넣어 봅시다. 답이 같은가요?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답이 다르다는 것은 무엇을 뜻할까요?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2] 검증 3단계 익히기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① 출처 확인, ② 교과서·공공 누리집과 대조, ③ 내 말로 정리 순서로 확인해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확인해 보니 무엇이 달라졌나요?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3] 환각 사례 카드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찾아낸 환각 사례를 카드 2장에 적고, 어떻게 확인했는지 함께 적어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AI 검증 실험실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같은 질문에 대한 두 도구의 답을 나란히 기록하고, 검증 3단계를 따라가며 환각 사례 카드를 만든다.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질문·답 나란히 기록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검증 3단계 체크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환각 사례 카드 작성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학급 사례 모음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기기가 없으면 교사가 미리 뽑아 둔 AI 답변 인쇄물 두 장을 모둠에 배부해 대조하게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AI의 답을 받았을 때 가장 먼저 할 일은 무엇인가요?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AI의 답에 숨은 치우침을 찾아봅시다.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AI는 사실이 아닌 것을 사실처럼 만들어 낼 수 있고, 출처 확인과 교차 검증으로 이를 가려낼 수 있다.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같은 질문이라도 묻는 방식과 상황에 따라 AI의 답이 달라진다.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