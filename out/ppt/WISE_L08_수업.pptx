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반 AI 약속을 다른 사람에게 알릴 자료를 만들어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반 약속을 1학년 동생들에게 알리려면 어떤 자료가 좋을까요?</a:t>
            </a:r>
          </a:p>
          <a:p>
            <a:r>
              <a:t>  · 그림이 크게 들어간 포스터가 좋겠습니다.</a:t>
            </a:r>
          </a:p>
          <a:p>
            <a:r>
              <a:t>- 포스터를 만들 때 AI에게 무엇까지 맡길 수 있을까요?</a:t>
            </a:r>
          </a:p>
          <a:p>
            <a:r>
              <a:t>  · 그림은 도움을 받고, 문구는 우리가 정해야 합니다.</a:t>
            </a:r>
          </a:p>
          <a:p/>
          <a:p>
            <a:r>
              <a:t>준비물</a:t>
            </a:r>
          </a:p>
          <a:p>
            <a:r>
              <a:t>☆ 캠페인 자료 예시</a:t>
            </a:r>
          </a:p>
          <a:p>
            <a:r>
              <a:t>★ 학습문제 PPT</a:t>
            </a:r>
          </a:p>
          <a:p>
            <a:r>
              <a:t>△ 5차시 보조·대행 기준을 다시 상기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역할 나누기</a:t>
            </a:r>
          </a:p>
          <a:p>
            <a:r>
              <a:t>- 모둠에서 사람이 할 일과 AI에게 맡길 일을 먼저 표로 나눠 봅시다.</a:t>
            </a:r>
          </a:p>
          <a:p>
            <a:r>
              <a:t>  · 문구와 배치는 우리가, 배경 그림은 AI에게 맡기기로 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캠페인 자료 만들기</a:t>
            </a:r>
          </a:p>
          <a:p>
            <a:r>
              <a:t>- 정한 역할대로 자료를 만들어 봅시다. 문구는 누구의 말인가요?</a:t>
            </a:r>
          </a:p>
          <a:p>
            <a:r>
              <a:t>  · 우리 반이 토의해서 정한 말입니다.</a:t>
            </a:r>
          </a:p>
          <a:p>
            <a:r>
              <a:t>- AI가 만든 그림을 그대로 쓸까요, 고칠까요?</a:t>
            </a:r>
          </a:p>
          <a:p>
            <a:r>
              <a:t>  · 글씨가 가려져서 배치를 우리가 다시 잡았습니다.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활용 표기하고 선포하기</a:t>
            </a:r>
          </a:p>
          <a:p>
            <a:r>
              <a:t>- 자료 아래에 무엇을 AI로 만들었는지 적어 봅시다. 왜 적어야 할까요?</a:t>
            </a:r>
          </a:p>
          <a:p>
            <a:r>
              <a:t>  · 누가 무엇을 했는지 밝히는 것이 정직한 방법이기 때문입니다.</a:t>
            </a:r>
          </a:p>
          <a:p>
            <a:r>
              <a:t>- 완성한 자료로 선포식을 열어 봅시다.</a:t>
            </a:r>
          </a:p>
          <a:p>
            <a:r>
              <a:t>  · 우리 반 약속 8조항을 함께 읽었습니다.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게시 승인·반려, 활용 표기 누락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학생 얼굴·이름이 드러나는 자료는 올리지 않는다.</a:t>
            </a:r>
          </a:p>
          <a:p>
            <a:r>
              <a:t>생성형 이미지 도구는 교사 계정으로만 쓴다.</a:t>
            </a:r>
          </a:p>
          <a:p>
            <a:r>
              <a:t>게시판은 교사 승인 후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만든 자료에서 내가 한 일은 무엇인가요?</a:t>
            </a:r>
          </a:p>
          <a:p>
            <a:r>
              <a:t>  · 문구를 정하고 그림을 골라 배치했습니다.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시간부터는 약속대로 직접 해 봅시다.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8차시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우리 반 AI 약속 선포식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반 약속을 1학년 동생들에게 알리려면 어떤 자료가 좋을까요?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포스터를 만들 때 AI에게 무엇까지 맡길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역할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사람이 할 일과 AI에게 맡길 일을 먼저 표로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캠페인 자료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정한 역할대로 자료를 만들어 봅시다. 문구는 누구의 말인가요?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AI가 만든 그림을 그대로 쓸까요, 고칠까요?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활용 표기하고 선포하기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자료 아래에 무엇을 AI로 만들었는지 적어 봅시다. 왜 적어야 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완성한 자료로 선포식을 열어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약속 선포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만든 캠페인 자료의 제목·문구·AI 활용 표기를 글로 등록하고, 교사 승인 뒤 학급에 공개한다.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역할 분담표 입력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캠페인 문구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 활용 표기표 작성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교사 승인 후 게시판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손그림 포스터로 제작하고, 활용 표기표만 웹앱에 등록한다.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만든 자료에서 내가 한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시간부터는 약속대로 직접 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약속 선포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모둠이 만든 캠페인 자료의 제목·문구·AI 활용 표기를 글로 등록하고, 교사 승인 뒤 학급에 공개한다.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https://legoschool.github.io/wise-ai/webapp/L08/</a:t>
            </a:r>
          </a:p>
        </p:txBody>
      </p:sp>
      <p:pic>
        <p:nvPicPr>
          <p:cNvPr id="6" name="Picture 5" descr="L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8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8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역할 분담표 입력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role</a:t>
            </a:r>
          </a:p>
        </p:txBody>
      </p:sp>
      <p:pic>
        <p:nvPicPr>
          <p:cNvPr id="4" name="Picture 3" descr="L08_3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캠페인 문구 등록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copy</a:t>
            </a:r>
          </a:p>
        </p:txBody>
      </p:sp>
      <p:pic>
        <p:nvPicPr>
          <p:cNvPr id="4" name="Picture 3" descr="L08_4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AI 활용 표기표 작성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fix</a:t>
            </a:r>
          </a:p>
        </p:txBody>
      </p:sp>
      <p:pic>
        <p:nvPicPr>
          <p:cNvPr id="4" name="Picture 3" descr="L08_5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교사 승인 후 게시판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credit</a:t>
            </a:r>
          </a:p>
        </p:txBody>
      </p:sp>
      <p:pic>
        <p:nvPicPr>
          <p:cNvPr id="4" name="Picture 3" descr="L08_6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credit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board</a:t>
            </a:r>
          </a:p>
        </p:txBody>
      </p:sp>
      <p:pic>
        <p:nvPicPr>
          <p:cNvPr id="4" name="Picture 3" descr="L08_7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board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게시 승인·반려, 활용 표기 누락 확인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팀 안에서 사람이 할 일과 AI가 할 일을 나누는 것이 역할 분담이다.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AI를 활용해 만든 결과물에는 활용한 사실과 범위를 함께 밝혀야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