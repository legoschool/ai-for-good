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내 생각을 먼저 쓰고 AI의 도움을 받아 글을 다듬어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빈 종이 앞에서 바로 AI에게 물어본 적이 있나요? 그때 결과는 어땠나요?</a:t>
            </a:r>
          </a:p>
          <a:p>
            <a:r>
              <a:t>  · 그럴듯한데 제 이야기 같지가 않았습니다.</a:t>
            </a:r>
          </a:p>
          <a:p>
            <a:r>
              <a:t>- 순서를 바꾸면 어떻게 될까요?</a:t>
            </a:r>
          </a:p>
          <a:p>
            <a:r>
              <a:t>  · 제 생각을 먼저 쓰면 달라질 것 같습니다.</a:t>
            </a:r>
          </a:p>
          <a:p/>
          <a:p>
            <a:r>
              <a:t>준비물</a:t>
            </a:r>
          </a:p>
          <a:p>
            <a:r>
              <a:t>☆ 3단 글쓰기 안내 PPT</a:t>
            </a:r>
          </a:p>
          <a:p>
            <a:r>
              <a:t>★ 3단 글쓰기 활동지</a:t>
            </a:r>
          </a:p>
          <a:p>
            <a:r>
              <a:t>△ 우리 반 약속 2조항(내 생각 먼저)을 함께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1단계 내 생각 먼저 쓰기</a:t>
            </a:r>
          </a:p>
          <a:p>
            <a:r>
              <a:t>- 주제에 대해 하고 싶은 말을 5문장으로 먼저 써 봅시다.</a:t>
            </a:r>
          </a:p>
          <a:p>
            <a:r>
              <a:t>  · 생각보다 쓸 말이 많았습니다.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2단계 AI에게 검토받기</a:t>
            </a:r>
          </a:p>
          <a:p>
            <a:r>
              <a:t>- 내 글을 고쳐 달라고 하지 말고, 무엇이 부족한지 물어봅시다.</a:t>
            </a:r>
          </a:p>
          <a:p>
            <a:r>
              <a:t>  · 근거가 없다고 알려 주었습니다.</a:t>
            </a:r>
          </a:p>
          <a:p>
            <a:r>
              <a:t>- AI의 말 중에서 받아들일 것과 아닌 것을 나눠 봅시다.</a:t>
            </a:r>
          </a:p>
          <a:p>
            <a:r>
              <a:t>  · 어려운 낱말로 바꾸라는 말은 받아들이지 않았습니다.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3단계 내 말로 다시 쓰기</a:t>
            </a:r>
          </a:p>
          <a:p>
            <a:r>
              <a:t>- 세 글을 나란히 놓고 무엇이 달라졌는지 설명해 봅시다.</a:t>
            </a:r>
          </a:p>
          <a:p>
            <a:r>
              <a:t>  · 생각은 그대로인데 근거가 생겨서 더 분명해졌습니다.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학생별 3단계 완료 여부와 변화 설명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2단계에서 ‘대신 써 줘’ 요청이 나오면 즉시 되짚는다.</a:t>
            </a:r>
          </a:p>
          <a:p>
            <a:r>
              <a:t>1단계를 건너뛰고 AI부터 쓰지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이 글은 누구의 글인가요?</a:t>
            </a:r>
          </a:p>
          <a:p>
            <a:r>
              <a:t>  · 제 글입니다. 왜 이렇게 썼는지 설명할 수 있습니다.</a:t>
            </a:r>
          </a:p>
          <a:p/>
          <a:p>
            <a:r>
              <a:t>준비물</a:t>
            </a:r>
          </a:p>
          <a:p>
            <a:r>
              <a:t>★ 3단 비교 글쓰기</a:t>
            </a:r>
          </a:p>
          <a:p>
            <a:r>
              <a:t>△ 설명할 수 있으면 내 글이라는 기준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나의 AI 사용 습관을 돌아봅시다.</a:t>
            </a:r>
          </a:p>
          <a:p/>
          <a:p>
            <a:r>
              <a:t>준비물</a:t>
            </a:r>
          </a:p>
          <a:p>
            <a:r>
              <a:t>★ 3단 비교 글쓰기</a:t>
            </a:r>
          </a:p>
          <a:p>
            <a:r>
              <a:t>△ 설명할 수 있으면 내 글이라는 기준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9차시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생각을 먼저, AI는 그다음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내 생각을 먼저 쓰고 AI의 도움을 받아 글을 다듬어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내 생각을 먼저 쓰고 AI의 도움을 받아 글을 다듬어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빈 종이 앞에서 바로 AI에게 물어본 적이 있나요? 그때 결과는 어땠나요?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순서를 바꾸면 어떻게 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1단계 내 생각 먼저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주제에 대해 하고 싶은 말을 5문장으로 먼저 써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2단계 AI에게 검토받기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내 글을 고쳐 달라고 하지 말고, 무엇이 부족한지 물어봅시다.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AI의 말 중에서 받아들일 것과 아닌 것을 나눠 봅시다.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3단계 내 말로 다시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세 글을 나란히 놓고 무엇이 달라졌는지 설명해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3단계 글쓰기 기록판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내 생각 먼저, AI 검토, 내 말로 재구성의 세 글을 한 화면에 나란히 저장하고 무엇이 달라졌는지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1단계 내 생각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2단계 AI가 짚어 준 점 기록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3단계 내 말로 다시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세 글 나란히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없는 모둠은 교사 시연 결과를 함께 검토하고 종이 활동지에 3단계를 기록한다.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이 글은 누구의 글인가요?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나의 AI 사용 습관을 돌아봅시다.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3단계 글쓰기 기록판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내 생각 먼저, AI 검토, 내 말로 재구성의 세 글을 한 화면에 나란히 저장하고 무엇이 달라졌는지 쓴다.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https://legoschool.github.io/wise-ai/webapp/L09/</a:t>
            </a:r>
          </a:p>
        </p:txBody>
      </p:sp>
      <p:pic>
        <p:nvPicPr>
          <p:cNvPr id="6" name="Picture 5" descr="L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9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9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1단계 내 생각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topic</a:t>
            </a:r>
          </a:p>
        </p:txBody>
      </p:sp>
      <p:pic>
        <p:nvPicPr>
          <p:cNvPr id="4" name="Picture 3" descr="L09_3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2단계 AI가 짚어 준 점 기록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draft</a:t>
            </a:r>
          </a:p>
        </p:txBody>
      </p:sp>
      <p:pic>
        <p:nvPicPr>
          <p:cNvPr id="4" name="Picture 3" descr="L09_4_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3단계 내 말로 다시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부탁 시험소</a:t>
            </a:r>
          </a:p>
        </p:txBody>
      </p:sp>
      <p:pic>
        <p:nvPicPr>
          <p:cNvPr id="4" name="Picture 3" descr="L09_5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세 글 나란히 비교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note</a:t>
            </a:r>
          </a:p>
        </p:txBody>
      </p:sp>
      <p:pic>
        <p:nvPicPr>
          <p:cNvPr id="4" name="Picture 3" descr="L09_6_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note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rewrite</a:t>
            </a:r>
          </a:p>
        </p:txBody>
      </p:sp>
      <p:pic>
        <p:nvPicPr>
          <p:cNvPr id="4" name="Picture 3" descr="L09_7_re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rewrite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학생별 3단계 완료 여부와 변화 설명 문장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AI에게 원하는 결과를 얻으려면 질문을 잘 만들어야 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되돌아봐야 앞으로 나아갈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G-DEAL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