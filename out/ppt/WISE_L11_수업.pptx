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우리 생활과 지역의 문제를 찾고 AI로 도울 수 있는지 판단해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학교나 마을에서 불편했던 일을 하나씩 떠올려 봅시다.</a:t>
            </a:r>
          </a:p>
          <a:p>
            <a:r>
              <a:t>  · 급식실 줄이 너무 길어서 오래 기다립니다.</a:t>
            </a:r>
          </a:p>
          <a:p>
            <a:r>
              <a:t>- 이런 문제를 AI가 도와줄 수 있을까요?</a:t>
            </a:r>
          </a:p>
          <a:p>
            <a:r>
              <a:t>  · 어떤 것은 되고 어떤 것은 안 될 것 같습니다.</a:t>
            </a:r>
          </a:p>
          <a:p/>
          <a:p>
            <a:r>
              <a:t>준비물</a:t>
            </a:r>
          </a:p>
          <a:p>
            <a:r>
              <a:t>☆ 마을 사진 자료</a:t>
            </a:r>
          </a:p>
          <a:p>
            <a:r>
              <a:t>★ 문제 탐색 활동지</a:t>
            </a:r>
          </a:p>
          <a:p>
            <a:r>
              <a:t>△ 해결 가능한 크기의 문제로 좁히도록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문제 찾고 좁히기</a:t>
            </a:r>
          </a:p>
          <a:p>
            <a:r>
              <a:t>- 모둠에서 문제를 3개 모으고 가장 해 보고 싶은 하나를 골라 봅시다.</a:t>
            </a:r>
          </a:p>
          <a:p>
            <a:r>
              <a:t>  · 분리배출을 어려워하는 문제를 골랐습니다.</a:t>
            </a:r>
          </a:p>
          <a:p>
            <a:r>
              <a:t>- 누가, 언제, 무엇 때문에 불편한지 한 문장으로 적어 봅시다.</a:t>
            </a:r>
          </a:p>
          <a:p>
            <a:r>
              <a:t>  · 저학년 동생들이 어떤 통에 넣을지 몰라 망설입니다.</a:t>
            </a:r>
          </a:p>
          <a:p/>
          <a:p>
            <a:r>
              <a:t>준비물·유의점</a:t>
            </a:r>
          </a:p>
          <a:p>
            <a:r>
              <a:t>☆ 엔트리</a:t>
            </a:r>
          </a:p>
          <a:p>
            <a:r>
              <a:t>★ 웹앱 AI for Good 프로젝트 보드</a:t>
            </a:r>
          </a:p>
          <a:p>
            <a:r>
              <a:t>△ 1차시 라벨링 경험과 연결해 주기</a:t>
            </a:r>
          </a:p>
          <a:p>
            <a:r>
              <a:t>△ 사람 얼굴이 담긴 사진은 쓰지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AI 활용 적합성 판단하기</a:t>
            </a:r>
          </a:p>
          <a:p>
            <a:r>
              <a:t>- 6차시 신호등 기준으로 이 문제에 AI를 쓰는 것은 몇 번 신호일까요?</a:t>
            </a:r>
          </a:p>
          <a:p>
            <a:r>
              <a:t>  · 초록입니다. 개인정보가 들어가지 않고 배움에도 도움이 됩니다.</a:t>
            </a:r>
          </a:p>
          <a:p>
            <a:r>
              <a:t>- AI에게 맡길 일과 우리가 할 일을 나눠 봅시다.</a:t>
            </a:r>
          </a:p>
          <a:p>
            <a:r>
              <a:t>  · 분류 모델은 AI가, 어떤 사진을 모을지는 우리가 정합니다.</a:t>
            </a:r>
          </a:p>
          <a:p/>
          <a:p>
            <a:r>
              <a:t>준비물·유의점</a:t>
            </a:r>
          </a:p>
          <a:p>
            <a:r>
              <a:t>☆ 엔트리</a:t>
            </a:r>
          </a:p>
          <a:p>
            <a:r>
              <a:t>★ 웹앱 AI for Good 프로젝트 보드</a:t>
            </a:r>
          </a:p>
          <a:p>
            <a:r>
              <a:t>△ 1차시 라벨링 경험과 연결해 주기</a:t>
            </a:r>
          </a:p>
          <a:p>
            <a:r>
              <a:t>△ 사람 얼굴이 담긴 사진은 쓰지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해결 절차 설계하기</a:t>
            </a:r>
          </a:p>
          <a:p>
            <a:r>
              <a:t>- 해결 순서를 네 단계로 그려 봅시다.</a:t>
            </a:r>
          </a:p>
          <a:p>
            <a:r>
              <a:t>  · 사진 모으기, 라벨 붙이기, 모델 만들기, 안내판 만들기입니다.</a:t>
            </a:r>
          </a:p>
          <a:p/>
          <a:p>
            <a:r>
              <a:t>준비물·유의점</a:t>
            </a:r>
          </a:p>
          <a:p>
            <a:r>
              <a:t>☆ 엔트리</a:t>
            </a:r>
          </a:p>
          <a:p>
            <a:r>
              <a:t>★ 웹앱 AI for Good 프로젝트 보드</a:t>
            </a:r>
          </a:p>
          <a:p>
            <a:r>
              <a:t>△ 1차시 라벨링 경험과 연결해 주기</a:t>
            </a:r>
          </a:p>
          <a:p>
            <a:r>
              <a:t>△ 사람 얼굴이 담긴 사진은 쓰지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모둠별 문제와 진행 단계 한눈에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사람 얼굴이 담긴 사진은 쓰지 않는다.</a:t>
            </a:r>
          </a:p>
          <a:p>
            <a:r>
              <a:t>해결 가능한 크기의 문제로 좁히도록 지도한다.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우리 모둠 계획에서 사람이 꼭 해야 할 일은 무엇인가요?</a:t>
            </a:r>
          </a:p>
          <a:p>
            <a:r>
              <a:t>  · 어떤 문제를 풀지 정하고, 결과가 맞는지 확인하는 일입니다.</a:t>
            </a:r>
          </a:p>
          <a:p/>
          <a:p>
            <a:r>
              <a:t>준비물</a:t>
            </a:r>
          </a:p>
          <a:p>
            <a:r>
              <a:t>★ 문제 정의서, 해결 절차 설계도</a:t>
            </a:r>
          </a:p>
          <a:p>
            <a:r>
              <a:t>△ 다음 차시 준비물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계획대로 만들어 발표해 봅시다.</a:t>
            </a:r>
          </a:p>
          <a:p/>
          <a:p>
            <a:r>
              <a:t>준비물</a:t>
            </a:r>
          </a:p>
          <a:p>
            <a:r>
              <a:t>★ 문제 정의서, 해결 절차 설계도</a:t>
            </a:r>
          </a:p>
          <a:p>
            <a:r>
              <a:t>△ 다음 차시 준비물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11차시  ·  모듈3 WISE 실천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AI for Good 프로젝트(1), 문제를 찾고 판단하기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우리 생활과 지역의 문제를 찾고 AI로 도울 수 있는지 판단해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G-DEAL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우리 생활과 지역의 문제를 찾고 AI로 도울 수 있는지 판단해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학교나 마을에서 불편했던 일을 하나씩 떠올려 봅시다.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이런 문제를 AI가 도와줄 수 있을까요?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1] 문제 찾고 좁히기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모둠에서 문제를 3개 모으고 가장 해 보고 싶은 하나를 골라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누가, 언제, 무엇 때문에 불편한지 한 문장으로 적어 봅시다.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2] AI 활용 적합성 판단하기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6차시 신호등 기준으로 이 문제에 AI를 쓰는 것은 몇 번 신호일까요?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AI에게 맡길 일과 우리가 할 일을 나눠 봅시다.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3] 해결 절차 설계하기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해결 순서를 네 단계로 그려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AI for Good 프로젝트 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모둠이 고른 문제를 등록하고 6차시 신호등 기준으로 AI 활용 적합성을 판단한 뒤 해결 절차 4단계를 설계한다.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문제 등록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누가·언제·왜 한 문장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신호등 적합성 판단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해결 절차 4단계 설계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웹앱 없이 종이 설계도에 4단계를 그리고, 모둠 발표로 공유한다.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우리 모둠 계획에서 사람이 꼭 해야 할 일은 무엇인가요?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계획대로 만들어 발표해 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AI for Good 프로젝트 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모둠이 고른 문제를 등록하고 6차시 신호등 기준으로 AI 활용 적합성을 판단한 뒤 해결 절차 4단계를 설계한다.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https://legoschool.github.io/wise-ai/webapp/L11/</a:t>
            </a:r>
          </a:p>
        </p:txBody>
      </p:sp>
      <p:pic>
        <p:nvPicPr>
          <p:cNvPr id="6" name="Picture 5" descr="L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11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11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문제 등록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2단계 · obs</a:t>
            </a:r>
          </a:p>
        </p:txBody>
      </p:sp>
      <p:pic>
        <p:nvPicPr>
          <p:cNvPr id="4" name="Picture 3" descr="L11_3_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누가·언제·왜 한 문장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3단계 · narrow</a:t>
            </a:r>
          </a:p>
        </p:txBody>
      </p:sp>
      <p:pic>
        <p:nvPicPr>
          <p:cNvPr id="4" name="Picture 3" descr="L11_4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신호등 적합성 판단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4단계 · 판정</a:t>
            </a:r>
          </a:p>
        </p:txBody>
      </p:sp>
      <p:pic>
        <p:nvPicPr>
          <p:cNvPr id="4" name="Picture 3" descr="L11_5_ju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해결 절차 4단계 설계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5단계 · role</a:t>
            </a:r>
          </a:p>
        </p:txBody>
      </p:sp>
      <p:pic>
        <p:nvPicPr>
          <p:cNvPr id="4" name="Picture 3" descr="L11_6_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role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6단계 · plan</a:t>
            </a:r>
          </a:p>
        </p:txBody>
      </p:sp>
      <p:pic>
        <p:nvPicPr>
          <p:cNvPr id="4" name="Picture 3" descr="L11_7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plan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모둠별 문제와 진행 단계 한눈에 보기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모든 문제를 AI로 푸는 것이 아니라, 문제의 성격에 따라 활용 여부와 방식이 달라진다.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일반적인 해결책이 우리 마을 상황에 그대로 맞지는 않는다.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G-DEAL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