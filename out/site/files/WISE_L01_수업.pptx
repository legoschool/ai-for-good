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AI가 어떻게 배우는지 알아보고, AI가 우리의 생각을 도와주는지 대신해 주는지 생각해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(동물 사진) 컴퓨터에게 강아지인지 고양이인지 물으면 정확히 맞힐 수 있을까요?</a:t>
            </a:r>
          </a:p>
          <a:p>
            <a:r>
              <a:t>  · 맞힐 수 있을 것 같습니다.</a:t>
            </a:r>
          </a:p>
          <a:p>
            <a:r>
              <a:t>  · 어떻게 아는지 궁금합니다.</a:t>
            </a:r>
          </a:p>
          <a:p>
            <a:r>
              <a:t>- ‘인공지능은 어떻게 배울까’ 영상을 봅시다. 컴퓨터는 누구에게 배웠을까요?</a:t>
            </a:r>
          </a:p>
          <a:p>
            <a:r>
              <a:t>  · 사람이 가르쳐 준 것 같습니다.</a:t>
            </a:r>
          </a:p>
          <a:p>
            <a:r>
              <a:t>  · 사진을 아주 많이 본 것 같습니다.</a:t>
            </a:r>
          </a:p>
          <a:p/>
          <a:p>
            <a:r>
              <a:t>준비물</a:t>
            </a:r>
          </a:p>
          <a:p>
            <a:r>
              <a:t>☆ 동기유발 영상</a:t>
            </a:r>
          </a:p>
          <a:p>
            <a:r>
              <a:t>★ 학습문제 PPT</a:t>
            </a:r>
          </a:p>
          <a:p>
            <a:r>
              <a:t>△ 티처스랩 ‘데이터로 세상 읽기’ 발췌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AI는 어떻게 배우는지 알아보기</a:t>
            </a:r>
          </a:p>
          <a:p>
            <a:r>
              <a:t>- AI에게 강아지와 고양이를 구분하게 하려면 사람이 무엇을 해 주어야 할까요?</a:t>
            </a:r>
          </a:p>
          <a:p>
            <a:r>
              <a:t>  · 사진을 많이 보여 주고, 무엇이 무엇인지 이름표를 붙여 주어야 합니다.</a:t>
            </a:r>
          </a:p>
          <a:p>
            <a:r>
              <a:t>- 머신러닝 체험 도구에 사진을 모으고 라벨을 붙여 봅시다. 이 사진을 무엇이라 부를까요?</a:t>
            </a:r>
          </a:p>
          <a:p>
            <a:r>
              <a:t>  · AI를 가르치는 ‘학습 데이터’입니다.</a:t>
            </a:r>
          </a:p>
          <a:p/>
          <a:p>
            <a:r>
              <a:t>준비물·유의점</a:t>
            </a:r>
          </a:p>
          <a:p>
            <a:r>
              <a:t>☆ 머신러닝 체험 도구(엔트리 등)</a:t>
            </a:r>
          </a:p>
          <a:p>
            <a:r>
              <a:t>★ 데이터 수집·라벨링 활동지</a:t>
            </a:r>
          </a:p>
          <a:p>
            <a:r>
              <a:t>★ 웹앱 데이터 실험실</a:t>
            </a:r>
          </a:p>
          <a:p>
            <a:r>
              <a:t>△ ‘데이터→결과 변화’ 발견에 초점</a:t>
            </a:r>
          </a:p>
          <a:p>
            <a:r>
              <a:t>△ 개인정보가 담긴 사진은 쓰지 않도록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데이터로 AI 가르치기</a:t>
            </a:r>
          </a:p>
          <a:p>
            <a:r>
              <a:t>- 모델을 학습시키고 새 사진으로 테스트해 봅시다. 한쪽 데이터를 적게 넣어 다시 학습시키면 어떻게 될까요?</a:t>
            </a:r>
          </a:p>
          <a:p>
            <a:r>
              <a:t>  · 데이터가 적은 쪽을 자주 틀렸습니다. 배운 적이 없기 때문입니다.</a:t>
            </a:r>
          </a:p>
          <a:p>
            <a:r>
              <a:t>- AI를 똑똑하게 만드는 것은 누구일까요?</a:t>
            </a:r>
          </a:p>
          <a:p>
            <a:r>
              <a:t>  · 데이터를 모으고 무엇을 가르칠지 정하는 사람입니다.</a:t>
            </a:r>
          </a:p>
          <a:p/>
          <a:p>
            <a:r>
              <a:t>준비물·유의점</a:t>
            </a:r>
          </a:p>
          <a:p>
            <a:r>
              <a:t>☆ 머신러닝 체험 도구(엔트리 등)</a:t>
            </a:r>
          </a:p>
          <a:p>
            <a:r>
              <a:t>★ 데이터 수집·라벨링 활동지</a:t>
            </a:r>
          </a:p>
          <a:p>
            <a:r>
              <a:t>★ 웹앱 데이터 실험실</a:t>
            </a:r>
          </a:p>
          <a:p>
            <a:r>
              <a:t>△ ‘데이터→결과 변화’ 발견에 초점</a:t>
            </a:r>
          </a:p>
          <a:p>
            <a:r>
              <a:t>△ 개인정보가 담긴 사진은 쓰지 않도록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AI는 도우미일까, 대신해 주는 걸까</a:t>
            </a:r>
          </a:p>
          <a:p>
            <a:r>
              <a:t>- 사람이 한 일과 AI가 한 일을 나누어 봅시다. AI는 도와주나요, 대신해 주나요?</a:t>
            </a:r>
          </a:p>
          <a:p>
            <a:r>
              <a:t>  · 판단은 사람이 했으므로 AI는 우리를 도와주는 도구입니다.</a:t>
            </a:r>
          </a:p>
          <a:p/>
          <a:p>
            <a:r>
              <a:t>준비물·유의점</a:t>
            </a:r>
          </a:p>
          <a:p>
            <a:r>
              <a:t>☆ 머신러닝 체험 도구(엔트리 등)</a:t>
            </a:r>
          </a:p>
          <a:p>
            <a:r>
              <a:t>★ 데이터 수집·라벨링 활동지</a:t>
            </a:r>
          </a:p>
          <a:p>
            <a:r>
              <a:t>★ 웹앱 데이터 실험실</a:t>
            </a:r>
          </a:p>
          <a:p>
            <a:r>
              <a:t>△ ‘데이터→결과 변화’ 발견에 초점</a:t>
            </a:r>
          </a:p>
          <a:p>
            <a:r>
              <a:t>△ 개인정보가 담긴 사진은 쓰지 않도록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모둠별 라벨 수와 실험 기록을 한 화면에서 비교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개인정보가 담긴 사진은 쓰지 않는다.</a:t>
            </a:r>
          </a:p>
          <a:p>
            <a:r>
              <a:t>정확도 경쟁으로 흐르지 않게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오늘 알게 된 점을 한 문장으로 말해 봅시다.</a:t>
            </a:r>
          </a:p>
          <a:p>
            <a:r>
              <a:t>  · AI는 사람이 준 데이터로 배우고, 데이터에 따라 결과가 달라집니다.</a:t>
            </a:r>
          </a:p>
          <a:p/>
          <a:p>
            <a:r>
              <a:t>준비물</a:t>
            </a:r>
          </a:p>
          <a:p>
            <a:r>
              <a:t>★ 배움 공책</a:t>
            </a:r>
          </a:p>
          <a:p>
            <a:r>
              <a:t>△ 사람의 판단 역할에 초점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AI의 답이 늘 옳은지 확인해 봅시다.</a:t>
            </a:r>
          </a:p>
          <a:p/>
          <a:p>
            <a:r>
              <a:t>준비물</a:t>
            </a:r>
          </a:p>
          <a:p>
            <a:r>
              <a:t>★ 배움 공책</a:t>
            </a:r>
          </a:p>
          <a:p>
            <a:r>
              <a:t>△ 사람의 판단 역할에 초점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563EB"/>
                </a:solidFill>
                <a:latin typeface="맑은 고딕"/>
              </a:rPr>
              <a:t>1차시  ·  모듈1 WISE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AI는 어떻게 똑똑해질까, 데이터로 배우는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AI가 어떻게 배우는지 알아보고, AI가 우리의 생각을 도와주는지 대신해 주는지 생각해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563EB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AI가 어떻게 배우는지 알아보고, AI가 우리의 생각을 도와주는지 대신해 주는지 생각해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(동물 사진) 컴퓨터에게 강아지인지 고양이인지 물으면 정확히 맞힐 수 있을까요?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‘인공지능은 어떻게 배울까’ 영상을 봅시다. 컴퓨터는 누구에게 배웠을까요?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1] AI는 어떻게 배우는지 알아보기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AI에게 강아지와 고양이를 구분하게 하려면 사람이 무엇을 해 주어야 할까요?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머신러닝 체험 도구에 사진을 모으고 라벨을 붙여 봅시다. 이 사진을 무엇이라 부를까요?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2] 데이터로 AI 가르치기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모델을 학습시키고 새 사진으로 테스트해 봅시다. 한쪽 데이터를 적게 넣어 다시 학습시키면 어떻게 될까요?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AI를 똑똑하게 만드는 것은 누구일까요?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3] AI는 도우미일까, 대신해 주는 걸까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사람이 한 일과 AI가 한 일을 나누어 봅시다. AI는 도와주나요, 대신해 주나요?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데이터 실험실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모둠이 모은 데이터에 라벨을 붙이고, 라벨 수를 바꿨을 때 예측 결과가 어떻게 달라지는지 기록해 비교한다.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라벨링 기록판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데이터 수 조절 실험 기록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사람이 한 일 / AI가 한 일 분리표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학급 집계 화면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기기가 부족하면 교사 시연으로 모델을 학습시키고, 학생은 인쇄한 사진 카드로 라벨링 활동을 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오늘 알게 된 점을 한 문장으로 말해 봅시다.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AI의 답이 늘 옳은지 확인해 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AI는 사람이 준 데이터로 배우며, 데이터가 치우치면 결과도 치우친다.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문제의 성격을 파악하고 AI 활용이 적합한지 판단하는 것이 문제 분석이다.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