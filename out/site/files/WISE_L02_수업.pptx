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답이 정말 맞는지 확인하는 방법을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학교가 언제 문을 열었는지 AI에게 물어보았습니다. 이 답이 맞을까요?</a:t>
            </a:r>
          </a:p>
          <a:p>
            <a:r>
              <a:t>  · 그럴듯해 보입니다.</a:t>
            </a:r>
          </a:p>
          <a:p>
            <a:r>
              <a:t>  · 확인해 봐야 알 것 같습니다.</a:t>
            </a:r>
          </a:p>
          <a:p>
            <a:r>
              <a:t>- AI가 자신 있게 틀린 답을 말하는 것을 무엇이라고 부를까요?</a:t>
            </a:r>
          </a:p>
          <a:p>
            <a:r>
              <a:t>  · 환각, 할루시네이션이라고 배웠습니다.</a:t>
            </a:r>
          </a:p>
          <a:p/>
          <a:p>
            <a:r>
              <a:t>준비물</a:t>
            </a:r>
          </a:p>
          <a:p>
            <a:r>
              <a:t>☆ 학교 관련 AI 답변 화면</a:t>
            </a:r>
          </a:p>
          <a:p>
            <a:r>
              <a:t>★ 학습문제 PPT</a:t>
            </a:r>
          </a:p>
          <a:p>
            <a:r>
              <a:t>△ 특정 서비스 비방으로 흐르지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같은 질문, 다른 답</a:t>
            </a:r>
          </a:p>
          <a:p>
            <a:r>
              <a:t>- 같은 질문을 두 가지 도구에 넣어 봅시다. 답이 같은가요?</a:t>
            </a:r>
          </a:p>
          <a:p>
            <a:r>
              <a:t>  · 숫자와 날짜가 서로 다릅니다.</a:t>
            </a:r>
          </a:p>
          <a:p>
            <a:r>
              <a:t>  · 한쪽은 없는 자료를 말합니다.</a:t>
            </a:r>
          </a:p>
          <a:p>
            <a:r>
              <a:t>- 답이 다르다는 것은 무엇을 뜻할까요?</a:t>
            </a:r>
          </a:p>
          <a:p>
            <a:r>
              <a:t>  · 둘 중 하나는 틀렸다는 뜻이고, 확인이 필요하다는 뜻입니다.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검증 3단계 익히기</a:t>
            </a:r>
          </a:p>
          <a:p>
            <a:r>
              <a:t>- ① 출처 확인, ② 교과서·공공 누리집과 대조, ③ 내 말로 정리 순서로 확인해 봅시다.</a:t>
            </a:r>
          </a:p>
          <a:p>
            <a:r>
              <a:t>  · AI가 말한 출처를 찾아보니 그런 자료가 없었습니다.</a:t>
            </a:r>
          </a:p>
          <a:p>
            <a:r>
              <a:t>- 확인해 보니 무엇이 달라졌나요?</a:t>
            </a:r>
          </a:p>
          <a:p>
            <a:r>
              <a:t>  · 믿을 수 있는 부분과 아닌 부분을 나눌 수 있게 되었습니다.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환각 사례 카드 만들기</a:t>
            </a:r>
          </a:p>
          <a:p>
            <a:r>
              <a:t>- 찾아낸 환각 사례를 카드 2장에 적고, 어떻게 확인했는지 함께 적어 봅시다.</a:t>
            </a:r>
          </a:p>
          <a:p>
            <a:r>
              <a:t>  · AI가 만든 책 제목이 실제로는 없었습니다. 도서관 검색으로 확인했습니다.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문항별 판정 분포, 학급 정답률, 학생이 만든 환각 사례 카드 모음, 배움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· 5분</a:t>
            </a:r>
          </a:p>
          <a:p>
            <a:r>
              <a:t>그럴듯하게 쓰인 답 하나를 먼저 보여 주고 믿을지 말지 투표한다. 확인하기 전에는 사람도 속는다는 것을 겪는다.</a:t>
            </a:r>
          </a:p>
          <a:p/>
          <a:p>
            <a:r>
              <a:t>발문 : 이 답을 믿어도 될까요? 무엇을 보고 그렇게 생각했나요?</a:t>
            </a:r>
          </a:p>
          <a:p>
            <a:r>
              <a:t>예상 답변 : 말투가 자신 있어서 맞는 것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 · 11분</a:t>
            </a:r>
          </a:p>
          <a:p>
            <a:r>
              <a:t>질문 다섯 개에 두 도구가 내놓은 답이 나란히 뜬다. 서로 다른 곳을 눌러 표시하고 어느 쪽이 의심스러운지 고른다.</a:t>
            </a:r>
          </a:p>
          <a:p/>
          <a:p>
            <a:r>
              <a:t>발문 : 답이 다르다는 것은 무엇을 뜻할까요?</a:t>
            </a:r>
          </a:p>
          <a:p>
            <a:r>
              <a:t>예상 답변 : 둘 중 하나는 틀렸다는 뜻이고, 확인이 필요하다는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3단계 · 12분</a:t>
            </a:r>
          </a:p>
          <a:p>
            <a:r>
              <a:t>교과서와 공공 누리집에서 가져온 근거 자료가 앱 안에 들어 있다. 출처 확인, 자료 대조, 내 말로 정리의 3단계를 밟아 판정한다.</a:t>
            </a:r>
          </a:p>
          <a:p/>
          <a:p>
            <a:r>
              <a:t>발문 : 확인해 보니 무엇이 달라졌나요?</a:t>
            </a:r>
          </a:p>
          <a:p>
            <a:r>
              <a:t>예상 답변 : 믿을 수 있는 부분과 아닌 부분을 나눌 수 있게 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· 7분</a:t>
            </a:r>
          </a:p>
          <a:p>
            <a:r>
              <a:t>찾아낸 환각을 카드 두 장에 적는다. 무엇이 틀렸는지와 어떻게 확인했는지를 함께 쓴다.</a:t>
            </a:r>
          </a:p>
          <a:p/>
          <a:p>
            <a:r>
              <a:t>발문 : 이 답이 틀렸다는 것을 어떻게 알아냈나요?</a:t>
            </a:r>
          </a:p>
          <a:p>
            <a:r>
              <a:t>예상 답변 : AI가 말한 출처를 찾아보니 그런 자료가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5단계 · 5분</a:t>
            </a:r>
          </a:p>
          <a:p>
            <a:r>
              <a:t>내 판정과 실제 판정을 맞춰 보고 학급 집계를 함께 본다. 배운 것을 한 문장으로 남긴다.</a:t>
            </a:r>
          </a:p>
          <a:p/>
          <a:p>
            <a:r>
              <a:t>발문 : AI의 답을 받았을 때 가장 먼저 할 일은 무엇인가요?</a:t>
            </a:r>
          </a:p>
          <a:p>
            <a:r>
              <a:t>예상 답변 : 어디서 나온 이야기인지 출처를 확인하는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사실 확인이 가능한 질문으로만 한정한다. 이 앱은 그런 질문 다섯 개만 담고 있다.</a:t>
            </a:r>
          </a:p>
          <a:p>
            <a:r>
              <a:t>개인 이름을 넣어 검색하지 않는다. 이 앱에서는 학생이 직접 질문을 넣지 않는다.</a:t>
            </a:r>
          </a:p>
          <a:p>
            <a:r>
              <a:t>특정 서비스 비방으로 흐르지 않게 한다. 도구 이름을 가 나로만 적었다.</a:t>
            </a:r>
          </a:p>
          <a:p>
            <a:r>
              <a:t>답이 갈리는 문항은 질문이 흐릿해서 갈린다는 점을 짚는다. 틀린 것과 다른 것은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답을 받았을 때 가장 먼저 할 일은 무엇인가요?</a:t>
            </a:r>
          </a:p>
          <a:p>
            <a:r>
              <a:t>  · 어디서 나온 이야기인지 출처를 확인하는 일입니다.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답에 숨은 치우침을 찾아봅시다.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2차시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틀린다, 환각과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답이 정말 맞는지 확인하는 방법을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답이 정말 맞는지 확인하는 방법을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학교가 언제 문을 열었는지 AI에게 물어보았습니다. 이 답이 맞을까요?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자신 있게 틀린 답을 말하는 것을 무엇이라고 부를까요?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같은 질문,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같은 질문을 두 가지 도구에 넣어 봅시다. 답이 같은가요?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검증 3단계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① 출처 확인, ② 교과서·공공 누리집과 대조, ③ 내 말로 정리 순서로 확인해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환각 사례 카드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찾아낸 환각 사례를 카드 2장에 적고, 어떻게 확인했는지 함께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같은 질문에 두 도구가 내놓은 답을 나란히 놓고 다른 곳을 찾은 뒤, 앱 안에 든 근거 자료와 대조해 검증 3단계를 밟는다. 무엇이 환각이었는지 판정하고 사례 카드로 남긴다.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나는 이 답을 믿을까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같은 질문, 다른 답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근거 자료와 대조하기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4단계 환각 사례 카드 만들기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5단계 판정 결과와 배움 정리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나는 이 답을 믿을까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그럴듯하게 쓰인 답 하나를 먼저 보여 주고 믿을지 말지 투표한다. 확인하기 전에는 사람도 속는다는 것을 겪는다.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답을 믿어도 될까요? 무엇을 보고 그렇게 생각했나요?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같은 질문, 다른 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질문 다섯 개에 두 도구가 내놓은 답이 나란히 뜬다. 서로 다른 곳을 눌러 표시하고 어느 쪽이 의심스러운지 고른다.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근거 자료와 대조하기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교과서와 공공 누리집에서 가져온 근거 자료가 앱 안에 들어 있다. 출처 확인, 자료 대조, 내 말로 정리의 3단계를 밟아 판정한다.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7분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환각 사례 카드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찾아낸 환각을 카드 두 장에 적는다. 무엇이 틀렸는지와 어떻게 확인했는지를 함께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답이 틀렸다는 것을 어떻게 알아냈나요?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판정 결과와 배움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판정과 실제 판정을 맞춰 보고 학급 집계를 함께 본다. 배운 것을 한 문장으로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교사 화면 하나로 함께 진행한다. 두 답과 근거 자료를 인쇄해 모둠에 나눠 주고 같은 순서로 대조하면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답에 숨은 치우침을 찾아봅시다.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같은 질문에 두 도구가 내놓은 답을 나란히 놓고 다른 곳을 찾은 뒤, 앱 안에 든 근거 자료와 대조해 검증 3단계를 밟는다. 무엇이 환각이었는지 판정하고 사례 카드로 남긴다.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https://legoschool.github.io/wise-ai/webapp/L02/</a:t>
            </a:r>
          </a:p>
        </p:txBody>
      </p:sp>
      <p:pic>
        <p:nvPicPr>
          <p:cNvPr id="6" name="Picture 5" descr="L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2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2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1단계 나는 이 답을 믿을까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훈련장</a:t>
            </a:r>
          </a:p>
        </p:txBody>
      </p:sp>
      <p:pic>
        <p:nvPicPr>
          <p:cNvPr id="4" name="Picture 3" descr="L02_3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2단계 같은 질문, 다른 답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verify</a:t>
            </a:r>
          </a:p>
        </p:txBody>
      </p:sp>
      <p:pic>
        <p:nvPicPr>
          <p:cNvPr id="4" name="Picture 3" descr="L02_4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3단계 근거 자료와 대조하기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hunt</a:t>
            </a:r>
          </a:p>
        </p:txBody>
      </p:sp>
      <p:pic>
        <p:nvPicPr>
          <p:cNvPr id="4" name="Picture 3" descr="L02_5_h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4단계 환각 사례 카드 만들기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우리 반과 견주기</a:t>
            </a:r>
          </a:p>
        </p:txBody>
      </p:sp>
      <p:pic>
        <p:nvPicPr>
          <p:cNvPr id="4" name="Picture 3" descr="L02_6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5단계 판정 결과와 배움 정리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문항별 판정 분포, 학급 정답률, 학생이 만든 환각 사례 카드 모음, 배움 문장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사실이 아닌 것을 사실처럼 만들어 낼 수 있고, 출처 확인과 교차 검증으로 이를 가려낼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질문이라도 묻는 방식과 상황에 따라 AI의 답이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