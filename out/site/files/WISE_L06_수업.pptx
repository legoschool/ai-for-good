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AI를 써도 되는 상황을 네 가지 신호로 나누어 판단해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길을 건널 때 신호가 초록과 빨강만 있으면 어떨까요?</a:t>
            </a:r>
          </a:p>
          <a:p>
            <a:r>
              <a:t>  · 곧 바뀌는지 알 수 없어서 위험할 것 같습니다.</a:t>
            </a:r>
          </a:p>
          <a:p>
            <a:r>
              <a:t>- AI를 쓸 때도 ‘돼요, 안 돼요’ 둘로만 나눌 수 있을까요?</a:t>
            </a:r>
          </a:p>
          <a:p>
            <a:r>
              <a:t>  · 조건을 지키면 되는 것도 있을 것 같습니다.</a:t>
            </a:r>
          </a:p>
          <a:p/>
          <a:p>
            <a:r>
              <a:t>준비물</a:t>
            </a:r>
          </a:p>
          <a:p>
            <a:r>
              <a:t>☆ 4색 신호등 PPT</a:t>
            </a:r>
          </a:p>
          <a:p>
            <a:r>
              <a:t>★ 학습문제 PPT</a:t>
            </a:r>
          </a:p>
          <a:p>
            <a:r>
              <a:t>△ 초록 그냥 써도 돼 / 노랑 조건을 지키면 돼 / 주황 아주 조심해서만 / 빨강 쓰면 안 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신호 뜻 익히기</a:t>
            </a:r>
          </a:p>
          <a:p>
            <a:r>
              <a:t>- 네 신호의 뜻을 우리 말로 바꿔 봅시다.</a:t>
            </a:r>
          </a:p>
          <a:p>
            <a:r>
              <a:t>  · 노랑은 ‘써도 되는데 조건을 지켜야 해’입니다.</a:t>
            </a:r>
          </a:p>
          <a:p>
            <a:r>
              <a:t>- 주황과 빨강은 어떻게 다를까요?</a:t>
            </a:r>
          </a:p>
          <a:p>
            <a:r>
              <a:t>  · 주황은 아주 조심하면 되고, 빨강은 아예 하면 안 되는 것입니다.</a:t>
            </a:r>
          </a:p>
          <a:p/>
          <a:p>
            <a:r>
              <a:t>준비물·유의점</a:t>
            </a:r>
          </a:p>
          <a:p>
            <a:r>
              <a:t>★ 4색 신호등 카드</a:t>
            </a:r>
          </a:p>
          <a:p>
            <a:r>
              <a:t>★ 상황 카드 20장</a:t>
            </a:r>
          </a:p>
          <a:p>
            <a:r>
              <a:t>★ 웹앱 AI 신호등 판정단</a:t>
            </a:r>
          </a:p>
          <a:p>
            <a:r>
              <a:t>△ 정답을 미리 알려주지 말고 근거로 설득하게 하기</a:t>
            </a:r>
          </a:p>
          <a:p>
            <a:r>
              <a:t>△ 학급 집계 화면으로 의견 분포를 함께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상황 카드 분류하기</a:t>
            </a:r>
          </a:p>
          <a:p>
            <a:r>
              <a:t>- 상황 카드 20장을 모둠에서 네 칸에 놓고, 이유를 한 줄씩 적어 봅시다.</a:t>
            </a:r>
          </a:p>
          <a:p>
            <a:r>
              <a:t>  · ‘숙제를 AI가 다 써 준다’는 빨강입니다. 제가 배우는 게 없어지니까요.</a:t>
            </a:r>
          </a:p>
          <a:p>
            <a:r>
              <a:t>- ‘친구와 다툰 일을 AI에게만 말한다’는 어디에 놓았나요?</a:t>
            </a:r>
          </a:p>
          <a:p>
            <a:r>
              <a:t>  · 주황입니다. 결국은 사람에게 말해야 할 것 같습니다.</a:t>
            </a:r>
          </a:p>
          <a:p/>
          <a:p>
            <a:r>
              <a:t>준비물·유의점</a:t>
            </a:r>
          </a:p>
          <a:p>
            <a:r>
              <a:t>★ 4색 신호등 카드</a:t>
            </a:r>
          </a:p>
          <a:p>
            <a:r>
              <a:t>★ 상황 카드 20장</a:t>
            </a:r>
          </a:p>
          <a:p>
            <a:r>
              <a:t>★ 웹앱 AI 신호등 판정단</a:t>
            </a:r>
          </a:p>
          <a:p>
            <a:r>
              <a:t>△ 정답을 미리 알려주지 말고 근거로 설득하게 하기</a:t>
            </a:r>
          </a:p>
          <a:p>
            <a:r>
              <a:t>△ 학급 집계 화면으로 의견 분포를 함께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갈린 카드 다시 토의하기</a:t>
            </a:r>
          </a:p>
          <a:p>
            <a:r>
              <a:t>- 학급 집계에서 의견이 갈린 카드를 함께 다시 봅시다. 어떤 조건이 붙으면 색이 바뀔까요?</a:t>
            </a:r>
          </a:p>
          <a:p>
            <a:r>
              <a:t>  · 선생님께 미리 말하고 쓰면 빨강에서 노랑으로 바뀔 수 있습니다.</a:t>
            </a:r>
          </a:p>
          <a:p/>
          <a:p>
            <a:r>
              <a:t>준비물·유의점</a:t>
            </a:r>
          </a:p>
          <a:p>
            <a:r>
              <a:t>★ 4색 신호등 카드</a:t>
            </a:r>
          </a:p>
          <a:p>
            <a:r>
              <a:t>★ 상황 카드 20장</a:t>
            </a:r>
          </a:p>
          <a:p>
            <a:r>
              <a:t>★ 웹앱 AI 신호등 판정단</a:t>
            </a:r>
          </a:p>
          <a:p>
            <a:r>
              <a:t>△ 정답을 미리 알려주지 말고 근거로 설득하게 하기</a:t>
            </a:r>
          </a:p>
          <a:p>
            <a:r>
              <a:t>△ 학급 집계 화면으로 의견 분포를 함께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카드별 4색 분포 막대와 의견이 가장 갈린 카드 순위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정답을 미리 알려주지 않고 근거로 설득하게 한다.</a:t>
            </a:r>
          </a:p>
          <a:p>
            <a:r>
              <a:t>결과를 사진으로 남겨 7차시에 활용한다.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색을 바꾸는 것은 무엇이었나요?</a:t>
            </a:r>
          </a:p>
          <a:p>
            <a:r>
              <a:t>  · 조건이었습니다. 조건을 지키면 쓸 수 있는 것이 많았습니다.</a:t>
            </a:r>
          </a:p>
          <a:p/>
          <a:p>
            <a:r>
              <a:t>준비물</a:t>
            </a:r>
          </a:p>
          <a:p>
            <a:r>
              <a:t>★ 분류 결과 게시물</a:t>
            </a:r>
          </a:p>
          <a:p>
            <a:r>
              <a:t>△ 결과를 사진으로 남겨 7차시에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이 기준을 우리 반 약속으로 만들어 봅시다.</a:t>
            </a:r>
          </a:p>
          <a:p/>
          <a:p>
            <a:r>
              <a:t>준비물</a:t>
            </a:r>
          </a:p>
          <a:p>
            <a:r>
              <a:t>★ 분류 결과 게시물</a:t>
            </a:r>
          </a:p>
          <a:p>
            <a:r>
              <a:t>△ 결과를 사진으로 남겨 7차시에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6차시  ·  모듈2 WISE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 신호등 판단 놀이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AI를 써도 되는 상황을 네 가지 신호로 나누어 판단해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AI를 써도 되는 상황을 네 가지 신호로 나누어 판단해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길을 건널 때 신호가 초록과 빨강만 있으면 어떨까요?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AI를 쓸 때도 ‘돼요, 안 돼요’ 둘로만 나눌 수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1] 신호 뜻 익히기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네 신호의 뜻을 우리 말로 바꿔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주황과 빨강은 어떻게 다를까요?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2] 상황 카드 분류하기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상황 카드 20장을 모둠에서 네 칸에 놓고, 이유를 한 줄씩 적어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‘친구와 다툰 일을 AI에게만 말한다’는 어디에 놓았나요?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3] 갈린 카드 다시 토의하기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학급 집계에서 의견이 갈린 카드를 함께 다시 봅시다. 어떤 조건이 붙으면 색이 바뀔까요?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AI 신호등 판정단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상황 카드 20장을 4색 신호로 분류하고 학급 집계를 실시간으로 띄워, 의견이 갈린 카드를 다시 토의한다.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상황 카드 4색 분류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근거 한 줄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학급 실시간 집계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갈린 카드 재토의 화면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인쇄 상황 카드와 4색 분류판으로 진행하고, 학급 집계는 칠판에 스티커를 붙여 대신한다.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색을 바꾸는 것은 무엇이었나요?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이 기준을 우리 반 약속으로 만들어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AI 신호등 판정단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상황 카드 20장을 4색 신호로 분류하고 학급 집계를 실시간으로 띄워, 의견이 갈린 카드를 다시 토의한다.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https://legoschool.github.io/wise-ai/webapp/L06/</a:t>
            </a:r>
          </a:p>
        </p:txBody>
      </p:sp>
      <p:pic>
        <p:nvPicPr>
          <p:cNvPr id="6" name="Picture 5" descr="L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6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6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상황 카드 4색 분류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2단계 · 몸풀기</a:t>
            </a:r>
          </a:p>
        </p:txBody>
      </p:sp>
      <p:pic>
        <p:nvPicPr>
          <p:cNvPr id="4" name="Picture 3" descr="L06_3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근거 한 줄 쓰기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3단계 · 판정</a:t>
            </a:r>
          </a:p>
        </p:txBody>
      </p:sp>
      <p:pic>
        <p:nvPicPr>
          <p:cNvPr id="4" name="Picture 3" descr="L06_4_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학급 실시간 집계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4단계 · 우리 반과 견주기</a:t>
            </a:r>
          </a:p>
        </p:txBody>
      </p:sp>
      <p:pic>
        <p:nvPicPr>
          <p:cNvPr id="4" name="Picture 3" descr="L06_5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갈린 카드 재토의 화면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5단계 · 조건 작성소</a:t>
            </a:r>
          </a:p>
        </p:txBody>
      </p:sp>
      <p:pic>
        <p:nvPicPr>
          <p:cNvPr id="4" name="Picture 3" descr="L06_6_c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조건 작성소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6단계 · 결과 카드</a:t>
            </a:r>
          </a:p>
        </p:txBody>
      </p:sp>
      <p:pic>
        <p:nvPicPr>
          <p:cNvPr id="4" name="Picture 3" descr="L06_7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결과 카드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카드별 4색 분포 막대와 의견이 가장 갈린 카드 순위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 활용은 되고 안 되고 둘로 나뉘지 않고, 조건과 상황에 따라 네 수준으로 나뉜다.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판단에는 근거가 필요하며, 근거가 달라지면 결론도 달라질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