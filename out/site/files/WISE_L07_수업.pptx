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반이 함께 지킬 AI 약속 8조항을 만들어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지난 시간 분류표를 다시 봅시다. 우리 반이 가장 많이 헷갈린 것은 무엇이었나요?</a:t>
            </a:r>
          </a:p>
          <a:p>
            <a:r>
              <a:t>  · 글쓰기를 도와달라고 하는 경우였습니다.</a:t>
            </a:r>
          </a:p>
          <a:p>
            <a:r>
              <a:t>- 매번 헷갈리지 않으려면 무엇이 있어야 할까요?</a:t>
            </a:r>
          </a:p>
          <a:p>
            <a:r>
              <a:t>  · 우리 반이 함께 정한 기준이 필요합니다.</a:t>
            </a:r>
          </a:p>
          <a:p/>
          <a:p>
            <a:r>
              <a:t>준비물</a:t>
            </a:r>
          </a:p>
          <a:p>
            <a:r>
              <a:t>☆ 6차시 분류 결과 사진</a:t>
            </a:r>
          </a:p>
          <a:p>
            <a:r>
              <a:t>★ 학습문제 PPT</a:t>
            </a:r>
          </a:p>
          <a:p>
            <a:r>
              <a:t>△ 교사가 완성된 조항을 먼저 주지 않기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여덟 가지 기준 살펴보기</a:t>
            </a:r>
          </a:p>
          <a:p>
            <a:r>
              <a:t>- 어른들이 만든 여덟 가지 기준을 우리 말로 바꿔 봅시다. ‘학습자 주체성’은 무슨 뜻일까요?</a:t>
            </a:r>
          </a:p>
          <a:p>
            <a:r>
              <a:t>  · 내 생각을 먼저 만들고 나서 AI에게 물어보라는 뜻인 것 같습니다.</a:t>
            </a:r>
          </a:p>
          <a:p>
            <a:r>
              <a:t>- ‘디지털 웰빙’은 우리 말로 무엇이라 할까요?</a:t>
            </a:r>
          </a:p>
          <a:p>
            <a:r>
              <a:t>  · 마음이 힘들 때는 AI 말고 사람에게 말하라는 뜻입니다.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모둠 조항 초안 쓰기</a:t>
            </a:r>
          </a:p>
          <a:p>
            <a:r>
              <a:t>- 모둠마다 두 가지 기준을 맡아 우리 반이 지킬 문장으로 써 봅시다.</a:t>
            </a:r>
          </a:p>
          <a:p>
            <a:r>
              <a:t>  · ‘이름과 사진은 넣지 않는다’로 정했습니다.</a:t>
            </a:r>
          </a:p>
          <a:p>
            <a:r>
              <a:t>- ‘하지 마라’ 대신 ‘이렇게 하면 된다’로 바꿀 수 있을까요?</a:t>
            </a:r>
          </a:p>
          <a:p>
            <a:r>
              <a:t>  · ‘별명을 써서 물어본다’로 고쳤습니다.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학급 토의와 확정</a:t>
            </a:r>
          </a:p>
          <a:p>
            <a:r>
              <a:t>- 제안된 문장을 함께 다듬고 8조항을 투표로 확정합시다.</a:t>
            </a:r>
          </a:p>
          <a:p>
            <a:r>
              <a:t>  · 비슷한 두 문장을 하나로 합쳤습니다.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기준별 제안 목록, 투표 결과, 확정 조항 내려받기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교사가 완성된 조항을 먼저 주지 않는다.</a:t>
            </a:r>
          </a:p>
          <a:p>
            <a:r>
              <a:t>여덟 가지 기준은 이름만 소개하고 뜻은 학생 말로 정리하게 한다.</a:t>
            </a:r>
          </a:p>
          <a:p>
            <a:r>
              <a:t>소수 의견도 기록으로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우리가 만든 약속 중 가장 마음에 드는 조항은 무엇인가요?</a:t>
            </a:r>
          </a:p>
          <a:p>
            <a:r>
              <a:t>  · 내 생각을 먼저 쓰고 물어본다는 조항입니다.</a:t>
            </a:r>
          </a:p>
          <a:p/>
          <a:p>
            <a:r>
              <a:t>준비물</a:t>
            </a:r>
          </a:p>
          <a:p>
            <a:r>
              <a:t>★ 우리 반 AI 약속 8조항</a:t>
            </a:r>
          </a:p>
          <a:p>
            <a:r>
              <a:t>△ 교실에 크게 게시하고 이후 차시마다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이 약속을 다른 사람에게 알려 봅시다.</a:t>
            </a:r>
          </a:p>
          <a:p/>
          <a:p>
            <a:r>
              <a:t>준비물</a:t>
            </a:r>
          </a:p>
          <a:p>
            <a:r>
              <a:t>★ 우리 반 AI 약속 8조항</a:t>
            </a:r>
          </a:p>
          <a:p>
            <a:r>
              <a:t>△ 교실에 크게 게시하고 이후 차시마다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7차시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우리 반 AI 약속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반이 함께 지킬 AI 약속 8조항을 만들어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반이 함께 지킬 AI 약속 8조항을 만들어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지난 시간 분류표를 다시 봅시다. 우리 반이 가장 많이 헷갈린 것은 무엇이었나요?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매번 헷갈리지 않으려면 무엇이 있어야 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여덟 가지 기준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어른들이 만든 여덟 가지 기준을 우리 말로 바꿔 봅시다. ‘학습자 주체성’은 무슨 뜻일까요?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‘디지털 웰빙’은 우리 말로 무엇이라 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모둠 조항 초안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모둠마다 두 가지 기준을 맡아 우리 반이 지킬 문장으로 써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‘하지 마라’ 대신 ‘이렇게 하면 된다’로 바꿀 수 있을까요?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학급 토의와 확정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제안된 문장을 함께 다듬고 8조항을 투표로 확정합시다.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우리 반 AI 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8가지 기준별로 모둠이 조항을 제안하고, 학급이 투표해 우리 반 AI 약속 8조항을 확정한다.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기준 8개 안내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조항 제안 입력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제안 모아 투표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확정 8조항 게시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모둠 종이 카드로 제안하고 칠판 스티커 투표로 확정한다.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우리가 만든 약속 중 가장 마음에 드는 조항은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이 약속을 다른 사람에게 알려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좋은 약속은 금지 목록이 아니라 어떤 조건이면 되는지를 담은 판단 기준이다.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의견이 다를 때 대화로 결론을 만드는 것이 합의이다.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