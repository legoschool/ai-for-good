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배울 것을 한 문장으로 소개한다.</a:t>
            </a:r>
          </a:p>
          <a:p>
            <a:r>
              <a:t>우리 반 AI 약속을 다른 사람에게 알릴 자료를 만들어 봅시다.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 문제를 함께 소리 내어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동기 유발</a:t>
            </a:r>
          </a:p>
          <a:p>
            <a:r>
              <a:t>- 우리 반 약속을 1학년 동생들에게 알리려면 어떤 자료가 좋을까요?</a:t>
            </a:r>
          </a:p>
          <a:p>
            <a:r>
              <a:t>  · 그림이 크게 들어간 포스터가 좋겠습니다.</a:t>
            </a:r>
          </a:p>
          <a:p>
            <a:r>
              <a:t>- 포스터를 만들 때 AI에게 무엇까지 맡길 수 있을까요?</a:t>
            </a:r>
          </a:p>
          <a:p>
            <a:r>
              <a:t>  · 그림은 도움을 받고, 문구는 우리가 정해야 합니다.</a:t>
            </a:r>
          </a:p>
          <a:p/>
          <a:p>
            <a:r>
              <a:t>준비물</a:t>
            </a:r>
          </a:p>
          <a:p>
            <a:r>
              <a:t>☆ 캠페인 자료 예시</a:t>
            </a:r>
          </a:p>
          <a:p>
            <a:r>
              <a:t>★ 학습문제 PPT</a:t>
            </a:r>
          </a:p>
          <a:p>
            <a:r>
              <a:t>△ 5차시 보조·대행 기준을 다시 상기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1] 역할 나누기</a:t>
            </a:r>
          </a:p>
          <a:p>
            <a:r>
              <a:t>- 모둠에서 사람이 할 일과 AI에게 맡길 일을 먼저 표로 나눠 봅시다.</a:t>
            </a:r>
          </a:p>
          <a:p>
            <a:r>
              <a:t>  · 문구와 배치는 우리가, 배경 그림은 AI에게 맡기기로 했습니다.</a:t>
            </a:r>
          </a:p>
          <a:p/>
          <a:p>
            <a:r>
              <a:t>준비물·유의점</a:t>
            </a:r>
          </a:p>
          <a:p>
            <a:r>
              <a:t>☆ 캔바, 생성형 이미지 도구(교사 계정)</a:t>
            </a:r>
          </a:p>
          <a:p>
            <a:r>
              <a:t>★ 웹앱 약속 선포 게시판</a:t>
            </a:r>
          </a:p>
          <a:p>
            <a:r>
              <a:t>△ 학생 얼굴·이름이 드러나는 자료는 올리지 않기</a:t>
            </a:r>
          </a:p>
          <a:p>
            <a:r>
              <a:t>△ 기기가 부족하면 손그림 포스터로 대체 가능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2] 캠페인 자료 만들기</a:t>
            </a:r>
          </a:p>
          <a:p>
            <a:r>
              <a:t>- 정한 역할대로 자료를 만들어 봅시다. 문구는 누구의 말인가요?</a:t>
            </a:r>
          </a:p>
          <a:p>
            <a:r>
              <a:t>  · 우리 반이 토의해서 정한 말입니다.</a:t>
            </a:r>
          </a:p>
          <a:p>
            <a:r>
              <a:t>- AI가 만든 그림을 그대로 쓸까요, 고칠까요?</a:t>
            </a:r>
          </a:p>
          <a:p>
            <a:r>
              <a:t>  · 글씨가 가려져서 배치를 우리가 다시 잡았습니다.</a:t>
            </a:r>
          </a:p>
          <a:p/>
          <a:p>
            <a:r>
              <a:t>준비물·유의점</a:t>
            </a:r>
          </a:p>
          <a:p>
            <a:r>
              <a:t>☆ 캔바, 생성형 이미지 도구(교사 계정)</a:t>
            </a:r>
          </a:p>
          <a:p>
            <a:r>
              <a:t>★ 웹앱 약속 선포 게시판</a:t>
            </a:r>
          </a:p>
          <a:p>
            <a:r>
              <a:t>△ 학생 얼굴·이름이 드러나는 자료는 올리지 않기</a:t>
            </a:r>
          </a:p>
          <a:p>
            <a:r>
              <a:t>△ 기기가 부족하면 손그림 포스터로 대체 가능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3] 활용 표기하고 선포하기</a:t>
            </a:r>
          </a:p>
          <a:p>
            <a:r>
              <a:t>- 자료 아래에 무엇을 AI로 만들었는지 적어 봅시다. 왜 적어야 할까요?</a:t>
            </a:r>
          </a:p>
          <a:p>
            <a:r>
              <a:t>  · 누가 무엇을 했는지 밝히는 것이 정직한 방법이기 때문입니다.</a:t>
            </a:r>
          </a:p>
          <a:p>
            <a:r>
              <a:t>- 완성한 자료로 선포식을 열어 봅시다.</a:t>
            </a:r>
          </a:p>
          <a:p>
            <a:r>
              <a:t>  · 우리 반 약속 8조항을 함께 읽었습니다.</a:t>
            </a:r>
          </a:p>
          <a:p/>
          <a:p>
            <a:r>
              <a:t>준비물·유의점</a:t>
            </a:r>
          </a:p>
          <a:p>
            <a:r>
              <a:t>☆ 캔바, 생성형 이미지 도구(교사 계정)</a:t>
            </a:r>
          </a:p>
          <a:p>
            <a:r>
              <a:t>★ 웹앱 약속 선포 게시판</a:t>
            </a:r>
          </a:p>
          <a:p>
            <a:r>
              <a:t>△ 학생 얼굴·이름이 드러나는 자료는 올리지 않기</a:t>
            </a:r>
          </a:p>
          <a:p>
            <a:r>
              <a:t>△ 기기가 부족하면 손그림 포스터로 대체 가능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방 코드를 만들어 화면에 크게 띄운다.</a:t>
            </a:r>
          </a:p>
          <a:p>
            <a:r>
              <a:t>혼자 체험 경로도 함께 안내한다.</a:t>
            </a:r>
          </a:p>
          <a:p>
            <a:r>
              <a:t>교사 화면 : 게시 승인·반려, 활용 표기 누락 확인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1인 1기기가 아니어도 모두 참여하게 한다.</a:t>
            </a:r>
          </a:p>
          <a:p>
            <a:r>
              <a:t>학생 얼굴·이름이 드러나는 자료는 올리지 않는다.</a:t>
            </a:r>
          </a:p>
          <a:p>
            <a:r>
              <a:t>생성형 이미지 도구는 교사 계정으로만 쓴다.</a:t>
            </a:r>
          </a:p>
          <a:p>
            <a:r>
              <a:t>게시판은 교사 승인 후 공개한다.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배움 정리</a:t>
            </a:r>
          </a:p>
          <a:p>
            <a:r>
              <a:t>- 오늘 만든 자료에서 내가 한 일은 무엇인가요?</a:t>
            </a:r>
          </a:p>
          <a:p>
            <a:r>
              <a:t>  · 문구를 정하고 그림을 골라 배치했습니다.</a:t>
            </a:r>
          </a:p>
          <a:p/>
          <a:p>
            <a:r>
              <a:t>준비물</a:t>
            </a:r>
          </a:p>
          <a:p>
            <a:r>
              <a:t>★ 캠페인 자료, AI 활용 표기표</a:t>
            </a:r>
          </a:p>
          <a:p>
            <a:r>
              <a:t>△ 다른 학급·가정에 공유할 방법 안내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다음 차시 예고</a:t>
            </a:r>
          </a:p>
          <a:p>
            <a:r>
              <a:t>- 다음 시간부터는 약속대로 직접 해 봅시다.</a:t>
            </a:r>
          </a:p>
          <a:p/>
          <a:p>
            <a:r>
              <a:t>준비물</a:t>
            </a:r>
          </a:p>
          <a:p>
            <a:r>
              <a:t>★ 캠페인 자료, AI 활용 표기표</a:t>
            </a:r>
          </a:p>
          <a:p>
            <a:r>
              <a:t>△ 다른 학급·가정에 공유할 방법 안내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배운 것을 학생이 한 문장으로 말하게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D97706"/>
                </a:solidFill>
                <a:latin typeface="맑은 고딕"/>
              </a:rPr>
              <a:t>8차시  ·  모듈2 WISE 판단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800" b="1">
                <a:solidFill>
                  <a:srgbClr val="1F2937"/>
                </a:solidFill>
                <a:latin typeface="맑은 고딕"/>
              </a:rPr>
              <a:t>우리 반 AI 약속 선포식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6B7280"/>
                </a:solidFill>
                <a:latin typeface="맑은 고딕"/>
              </a:rPr>
              <a:t>우리 반 AI 약속을 다른 사람에게 알릴 자료를 만들어 봅시다.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티처스랩 5기 교사연구회 A.N.D · CC BY-NC-SA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D97706"/>
                </a:solidFill>
                <a:latin typeface="맑은 고딕"/>
              </a:rPr>
              <a:t>학습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F2937"/>
                </a:solidFill>
                <a:latin typeface="맑은 고딕"/>
              </a:rPr>
              <a:t>우리 반 AI 약속을 다른 사람에게 알릴 자료를 만들어 봅시다.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도입 · 동기 유발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우리 반 약속을 1학년 동생들에게 알리려면 어떤 자료가 좋을까요?</a:t>
            </a:r>
          </a:p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포스터를 만들 때 AI에게 무엇까지 맡길 수 있을까요?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D97706"/>
                </a:solidFill>
                <a:latin typeface="맑은 고딕"/>
              </a:rPr>
              <a:t>[활동 1] 역할 나누기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모둠에서 사람이 할 일과 AI에게 맡길 일을 먼저 표로 나눠 봅시다.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D97706"/>
                </a:solidFill>
                <a:latin typeface="맑은 고딕"/>
              </a:rPr>
              <a:t>[활동 2] 캠페인 자료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정한 역할대로 자료를 만들어 봅시다. 문구는 누구의 말인가요?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AI가 만든 그림을 그대로 쓸까요, 고칠까요?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D97706"/>
                </a:solidFill>
                <a:latin typeface="맑은 고딕"/>
              </a:rPr>
              <a:t>[활동 3] 활용 표기하고 선포하기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자료 아래에 무엇을 AI로 만들었는지 적어 봅시다. 왜 적어야 할까요?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완성한 자료로 선포식을 열어 봅시다.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오늘 쓰는 웹앱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F2937"/>
                </a:solidFill>
                <a:latin typeface="맑은 고딕"/>
              </a:rPr>
              <a:t>약속 선포 게시판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모둠이 만든 캠페인 자료의 제목·문구·AI 활용 표기를 글로 등록하고, 교사 승인 뒤 학급에 공개한다.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4577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역할 분담표 입력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캠페인 문구 등록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AI 활용 표기표 작성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교사 승인 후 게시판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377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기기가 없어도 함께합니다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기기가 부족하면 손그림 포스터로 제작하고, 활용 표기표만 웹앱에 등록한다.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정리 · 배움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오늘 만든 자료에서 내가 한 일은 무엇인가요?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정리 · 다음 차시 예고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다음 시간부터는 약속대로 직접 해 봅시다.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오늘의 배움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팀 안에서 사람이 할 일과 AI가 할 일을 나누는 것이 역할 분담이다.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AI를 활용해 만든 결과물에는 활용한 사실과 범위를 함께 밝혀야 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티처스랩 5기 교사연구회 A.N.D · CC BY-NC-SA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