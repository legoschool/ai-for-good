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2026년 G-DEAL A.N.D (Analog aNd Digital)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써 보고 알려 주세요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오류 제보 · 수업 후기 양식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맑은 고딕"/>
              </a:rPr>
              <a:t>인간중심 사고를 기르는 AI적정활용 수업 WISE · 초등 5·6학년 12차시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26280"/>
            <a:ext cx="10515600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817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11111"/>
                </a:solidFill>
                <a:latin typeface="맑은 고딕"/>
              </a:rPr>
              <a:t>이 파일은 채워 넣는 양식입니다. 캔바에서 열어 각자 한 벌씩 복제해 쓰세요.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11111"/>
                </a:solidFill>
                <a:latin typeface="맑은 고딕"/>
              </a:rPr>
              <a:t>수업 주소 : https://legoschool.github.io/wise-ai/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채워서 연구회 대표에게 보내 주시면 다음 판에 반영합니다.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00D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먼저 읽어 주세요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이 파일을 쓰는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352044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1920240"/>
            <a:ext cx="566928" cy="566928"/>
          </a:xfrm>
          <a:prstGeom prst="rect">
            <a:avLst/>
          </a:prstGeom>
          <a:solidFill>
            <a:srgbClr val="FFE24B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11111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97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111"/>
                </a:solidFill>
                <a:latin typeface="맑은 고딕"/>
              </a:rPr>
              <a:t>복제합니다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1546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캔바에서 이 파일을 연 뒤 내 것으로 복제합니다.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원본은 그대로 두세요.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52044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5152" y="1920240"/>
            <a:ext cx="566928" cy="566928"/>
          </a:xfrm>
          <a:prstGeom prst="rect">
            <a:avLst/>
          </a:prstGeom>
          <a:solidFill>
            <a:srgbClr val="FFE24B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11111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697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111"/>
                </a:solidFill>
                <a:latin typeface="맑은 고딕"/>
              </a:rPr>
              <a:t>필요한 장을 골라 씁니다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546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오류를 만나면 오류 제보 장을,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수업을 마치면 수업 후기 장을 씁니다.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691640"/>
            <a:ext cx="352044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48472" y="1920240"/>
            <a:ext cx="566928" cy="566928"/>
          </a:xfrm>
          <a:prstGeom prst="rect">
            <a:avLst/>
          </a:prstGeom>
          <a:solidFill>
            <a:srgbClr val="FFE24B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11111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697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11111"/>
                </a:solidFill>
                <a:latin typeface="맑은 고딕"/>
              </a:rPr>
              <a:t>모자라면 장을 복제합니다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315468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빈 양식이 모자라면 그 장을 통째로 복제해서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계속 쓰시면 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617720"/>
            <a:ext cx="10835640" cy="1417320"/>
          </a:xfrm>
          <a:prstGeom prst="rect">
            <a:avLst/>
          </a:prstGeom>
          <a:solidFill>
            <a:srgbClr val="EBE3D2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006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11111"/>
                </a:solidFill>
                <a:latin typeface="맑은 고딕"/>
              </a:rPr>
              <a:t>작은 것도 알려 주세요.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11111"/>
                </a:solidFill>
                <a:latin typeface="맑은 고딕"/>
              </a:rPr>
              <a:t>글자가 어색하다, 단추를 못 찾겠다, 아이들이 이 화면에서 자꾸 멈춘다 같은 것이 가장 도움이 됩니다. 큰 오류만 적으실 필요가 없습니다.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오류 제보 5장 · 수업 후기 6장이 들어 있습니다. 모자라면 복제해서 쓰세요.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FFE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오류 제보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이렇게 적어 주세요 (예시)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어디에서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3차시 웹앱, 사진을 고르는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53949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화면 캡처를 여기에 붙여 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5394960" cy="283464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이 상자 위에 캡처 그림을 끌어다 놓으세요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무엇이 잘못되었는지 화살표나 동그라미로 표시해 주시면 더 좋습니다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무엇을 하려던 중이었나요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4495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학생이 사진을 고르고 다음으로 넘어가려던 참이었습니다.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무슨 일이 일어났나요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7083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다음 단추를 눌러도 화면이 넘어가지 않았습니다.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다시 해도 똑같았나요 · 무엇으로 열었나요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513832"/>
            <a:ext cx="52578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5605272"/>
            <a:ext cx="50017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네, 세 번 다 그랬습니다. 학교 태블릿 크롬으로 열었습니다.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캡처는 태블릿에서 전원+음량아래 를 함께 누르면 찍힙니다. 컴퓨터는 윈도우 키+Shift+S 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00D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오류 제보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무엇이 어떻게 잘못되었나요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어디에서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 웹앱 · 편향 관찰 갤러리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53949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화면 캡처를 여기에 붙여 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5394960" cy="283464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이 상자 위에 캡처 그림을 끌어다 놓으세요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무엇이 잘못되었는지 화살표나 동그라미로 표시해 주시면 더 좋습니다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무엇을 하려던 중이었나요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4495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무슨 일이 일어났나요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7083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다시 해도 똑같았나요 · 무엇으로 열었나요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513832"/>
            <a:ext cx="52578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5605272"/>
            <a:ext cx="50017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캡처는 태블릿에서 전원+음량아래 를 함께 누르면 찍힙니다. 컴퓨터는 윈도우 키+Shift+S 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00D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오류 제보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무엇이 어떻게 잘못되었나요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어디에서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 웹앱 · 편향 관찰 갤러리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53949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화면 캡처를 여기에 붙여 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5394960" cy="283464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이 상자 위에 캡처 그림을 끌어다 놓으세요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무엇이 잘못되었는지 화살표나 동그라미로 표시해 주시면 더 좋습니다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무엇을 하려던 중이었나요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4495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무슨 일이 일어났나요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7083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다시 해도 똑같았나요 · 무엇으로 열었나요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513832"/>
            <a:ext cx="52578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5605272"/>
            <a:ext cx="50017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캡처는 태블릿에서 전원+음량아래 를 함께 누르면 찍힙니다. 컴퓨터는 윈도우 키+Shift+S 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00D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오류 제보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무엇이 어떻게 잘못되었나요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어디에서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 웹앱 · 편향 관찰 갤러리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53949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화면 캡처를 여기에 붙여 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5394960" cy="283464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이 상자 위에 캡처 그림을 끌어다 놓으세요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무엇이 잘못되었는지 화살표나 동그라미로 표시해 주시면 더 좋습니다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무엇을 하려던 중이었나요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4495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무슨 일이 일어났나요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7083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다시 해도 똑같았나요 · 무엇으로 열었나요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513832"/>
            <a:ext cx="52578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5605272"/>
            <a:ext cx="50017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캡처는 태블릿에서 전원+음량아래 를 함께 누르면 찍힙니다. 컴퓨터는 윈도우 키+Shift+S 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00D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오류 제보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무엇이 어떻게 잘못되었나요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어디에서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 웹앱 · 편향 관찰 갤러리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53949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화면 캡처를 여기에 붙여 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5394960" cy="283464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이 상자 위에 캡처 그림을 끌어다 놓으세요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무엇이 잘못되었는지 화살표나 동그라미로 표시해 주시면 더 좋습니다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무엇을 하려던 중이었나요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4495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무슨 일이 일어났나요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7083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다시 해도 똑같았나요 · 무엇으로 열었나요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513832"/>
            <a:ext cx="52578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5605272"/>
            <a:ext cx="50017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캡처는 태블릿에서 전원+음량아래 를 함께 누르면 찍힙니다. 컴퓨터는 윈도우 키+Shift+S 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00D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오류 제보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무엇이 어떻게 잘못되었나요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어디에서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 웹앱 · 편향 관찰 갤러리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53949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화면 캡처를 여기에 붙여 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5394960" cy="283464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78224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이 상자 위에 캡처 그림을 끌어다 놓으세요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무엇이 잘못되었는지 화살표나 동그라미로 표시해 주시면 더 좋습니다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무엇을 하려던 중이었나요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4495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무슨 일이 일어났나요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5257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70832"/>
            <a:ext cx="500176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다시 해도 똑같았나요 · 무엇으로 열었나요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513832"/>
            <a:ext cx="52578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5605272"/>
            <a:ext cx="50017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캡처는 태블릿에서 전원+음량아래 를 함께 누르면 찍힙니다. 컴퓨터는 윈도우 키+Shift+S 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FFE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이렇게 적어 주세요 (예시)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데이터를 줄였더니 정확도가 무너지는 걸 보고 다들 조용해졌습니다.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직접 라벨을 붙여 보게 한 것이 좋았습니다.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빠른 답이 맞는 답은 아니라는 말을 아이가 먼저 했습니다.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모둠을 네 명에서 세 명으로 줄이겠습니다.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오늘 수업은 어땠나요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아이들이 편향을 눈으로 보고 놀랐습니다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오늘 수업은 어땠나요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아이들이 편향을 눈으로 보고 놀랐습니다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오늘 수업은 어땠나요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아이들이 편향을 눈으로 보고 놀랐습니다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오늘 수업은 어땠나요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아이들이 편향을 눈으로 보고 놀랐습니다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오늘 수업은 어땠나요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아이들이 편향을 눈으로 보고 놀랐습니다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86868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F6A61"/>
                </a:solidFill>
                <a:latin typeface="맑은 고딕"/>
              </a:rPr>
              <a:t>수업 후기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11111"/>
                </a:solidFill>
                <a:latin typeface="맑은 고딕"/>
              </a:rPr>
              <a:t>오늘 수업은 어땠나요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73736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날짜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173736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9월 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00200"/>
            <a:ext cx="19202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학급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47672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2039112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6학년 1반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00200"/>
            <a:ext cx="155448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차시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47672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3차시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오늘의 한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47672"/>
            <a:ext cx="5257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039112"/>
            <a:ext cx="5001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>예) 아이들이 편향을 눈으로 보고 놀랐습니다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108356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수업 사진을 붙여 주세요 (얼굴이 드러나지 않게 부탁드립니다)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044952"/>
            <a:ext cx="3520440" cy="1965960"/>
          </a:xfrm>
          <a:prstGeom prst="rect">
            <a:avLst/>
          </a:prstGeom>
          <a:solidFill>
            <a:srgbClr val="EBE3D2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643884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6F6A61"/>
                </a:solidFill>
                <a:latin typeface="맑은 고딕"/>
              </a:rPr>
              <a:t>사진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좋았던 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아이들 반응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5138928"/>
            <a:ext cx="3520440" cy="310896"/>
          </a:xfrm>
          <a:prstGeom prst="rect">
            <a:avLst/>
          </a:prstGeom>
          <a:solidFill>
            <a:srgbClr val="00D45A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다음에 바꿀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4864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5577840"/>
            <a:ext cx="32644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F6A61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F6A61"/>
                </a:solidFill>
                <a:latin typeface="맑은 고딕"/>
              </a:rPr>
              <a:t>사진은 학생 얼굴이 드러나지 않게 찍어 주세요. 손, 화면, 활동지 중심이면 좋습니다.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</a:rPr>
              <a:t>고맙습니다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맑은 고딕"/>
              </a:rPr>
              <a:t>선생님이 적어 주신 한 줄이 다음 판을 만듭니다.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맑은 고딕"/>
              </a:rPr>
              <a:t>오류는 고치고, 후기는 자료에 담아 다른 선생님께 전하겠습니다.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맑은 고딕"/>
              </a:rPr>
              <a:t>수업 주소 : https://legoschool.github.io/wise-ai/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